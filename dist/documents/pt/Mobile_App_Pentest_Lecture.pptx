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93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quickly. Set expectation: this is applied, tool-heavy, and hands-on-adjacent — most students will follow the demo rather than type along live, but the exact commands are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'web pentest skills, new attack surface.' Emphasize the twin toolkit: reading code (static) and watching code run (dynamic).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on web, the client is mostly a rendering engine you don't own. On mobile, the client is a real binary shipped to the attacker — it can be decompiled, patched, and instrumented. That is the paradigm shift for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Optionally search for the latest OWASP Mobile Top 10 ranking if you want current stats — the categories are stable even as the ranking shifts.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MASVS is the standard (what 'good' looks like); MASTG is the how-to guide with concrete test cases per control. We will tag every demo finding with a Vx code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any similarly-scoped crackme (e.g. DIVA, InsecureShop, GoatDroid, InsecureBankv2) works if UnCrackable isn't available — the methodology is identical. Always confirm you have explicit permission / the app is designed for this before testing anything that ISN'T a purpose-built crackme.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literally: unzip an APK live if time allows — 'unzip -l app.apk'. Reinforce that everything here ships to the attacker's device; there is no server-side wall protecting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tie-in: drozer is purpose-built to enumerate exported components and try invoking them. Contrast with web: this is Android's equivalent of an internal API surface, reachable by any co-installed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the point is that the METHODOLOGY (recon, static, dynamic, report against MASVS) is identical across platforms; only the toolchain and OS-specific controls change. We stay on Android for the rest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common source of demo failure: version-mismatched Frida server, or a proxy CA that isn't trusted for apps targeting modern Android (which ignore user CAs by default unless the app opts in or you patch the manifest).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MobSF is a great triage step but never the whole assessment — it will flag candidate issues that still need manual verification, exactly like a web scanner.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analysis is cheap and safe to start with — no device needed. But it can't tell you what the app actually does with untrusted input at runtime, or how obfuscation defeats naive reading. That's the segue into dynamic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Names/values here are illustrative of the real UnCrackable L1 pattern — exact class/field names differ slightly by MASTG version, so always confirm with your own jadx output before writing a decrypt script or a Frida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analysis complements static analysis: it reveals real runtime values (decrypted secrets, actual network calls) and lets you bypass defenses that would otherwise block testing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is short, this slide can be compressed verbally — the demo itself will show these primitives in context, which lands better than memorizing the API in the abstract.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 clearly before diving in: we are about to demonstrate that static and dynamic analysis are not either/or — a real assessment uses both, and each catches things the other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why is ECB mode itself a finding, independent of the hardcoded key? (Identical plaintext blocks -&gt; identical ciphertext blocks; no semantic security.) Tag this finding as MASVS V3 (Cryptography) and V7 (Code Quality — hardcoded secret).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if your environment allows outbound-free local Python. Emphasize: this whole path required no emulator, no root, no Frida — just a decompiler and a scripting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moment: even with obfuscation or without decompiling the crypto at all, hooking the comparison function directly leaks the secret at runtime. Tag as MASVS V8 (Resiliency — root detection bypassed) plus the same V3/V7 findings from Path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objection as the low-code alternative: 'objection -g owasp.mstg.uncrackable1 explore', then 'android root disable' and 'android hooking watch class_method &lt;FQCN&gt;.check_pin --dump-args --dump-return' achieves nearly the same outcome without writing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takeaway: a competent mobile pentest report doesn't pick one — it uses static analysis to understand the code, and dynamic analysis to confirm exploitability and see real values, exactly like whitebox + blackbox web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category, ask the class: 'which one did today's demo touch?' (Answer: V2 isn't central here, but V3, V6 partially via IPC discussion, V7, and V8 all appeared directly.)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moment to remind students that everything demonstrated today used an app OWASP built specifically to be broken — none of these techniques should be pointed at production apps without a signed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assigning a short written report on one UnCrackable level, formatted as a mini pentest finding with a MASVS control ID, severity, and remediation — mirrors real client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an open Q&amp;A. If time remains, take live requests to try one more MASTG test case, or open UnCrackable Level 2 in jadx to preview why obfuscation makes Level 2 harder than Level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327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1327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Analysis to Runtime Exploitation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&amp; Timing (3 Hours)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5087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landscape, MASVS/MASTG, Android attack surface, lab &amp; toolchain setup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68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4–5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4688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methodology and dynamic analysis methodology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43484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9076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49076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OWASP UnCrackable App Level 1 — static route AND dynamic route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45088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4508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tour, ethics &amp; legal, key takeaways, Q&amp;A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THE END OF THIS LECTURE, YOU WILL BE ABLE 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73152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OWASP MASVS and MASTG structure a mobile penetration test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 Android app's attack surface: components, IPC, storage, network, binary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static analysis: decompile an APK and spot hardcoded secrets &amp; weak crypto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dynamic analysis: intercept traffic and instrument a running app with Frida/Objection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OWASP UnCrackable App Level 1 using both a static and a dynamic approach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findings that map cleanly to MASVS control IDs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458200" y="17373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🎓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check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33375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know: HTTP, Burp Suite, common web vulns (OWASP Top 10), basic reverse engineering concepts. Today we port that mindset onto a compiled, sandboxed mobile client.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27432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 Is a Different Battlefield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landscape, MASVS/MASTG, and what changes when the client is compiled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Pentest Skills vs. the Mobile Attack Surface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carries over from web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proxy workflow (Burp/mitmproxy)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logic flaws: auth, IDOR, injection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token handling weaknesses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Business-logic abuse and input validation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3796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on mobile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itself is reversible compiled code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can persist on the device (storage)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communication is a first-class attack surface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actively fights you: sandboxing, signing, pinning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control a device/emulator, not just a browser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Threat Landscape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ORGANIZATIONS PAY FOR THIS TEST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73152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trust is misplaced.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Business logic and secrets baked into the APK/IPA are extractable by anyone with the file.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&amp; third-party SDKs.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 SDKs, analytics, and outdated libraries often leak data or open new attack surface.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Repackaging &amp; piracy.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Attackers patch out license checks, ads, or root/jailbreak detection and redistribute the app.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diversity.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Rooted phones, custom ROMs, and emulators break assumptions the app makes about its environment.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458200" y="17373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Top 10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33375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maintains a Mobile Application Security Top 10, structurally similar to the Web Top 10 but reordered around storage, crypto, auth, network and platform misuse.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MASVS: The Verification Standard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CHECKLIST WE TEST AGAINST ALL 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🏗️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Architecture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79192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modeling, secure SDLC, dependency management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5566" y="1417320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86734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586734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🗄️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86734" y="2286000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Storage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86734" y="2679192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persists, where, and how well it's protected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22492" y="1417320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23660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2366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🔑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286000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Cryptography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23660" y="2679192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choice, key management, randomness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9418" y="1417320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60586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260586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🪪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60586" y="2286000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· Authentication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60586" y="2679192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session, biometric &amp; local auth handling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037076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49808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🌐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905756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· Network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298948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configuration and certificate/public-key pinning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5566" y="4037076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86734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586734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🧩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3586734" y="4905756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· Platform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86734" y="5298948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IPC, WebViews, deep links, permissions misuse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22492" y="4037076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23660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423660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🧵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423660" y="4905756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· Code Quality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23660" y="5298948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secrets, memory safety, build hardening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59418" y="4037076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260586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260586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🛡️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9260586" y="4905756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· Resiliency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260586" y="5298948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Anti-tampering, root/jailbreak &amp; debug detection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MASTG &amp; the Crackme Series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MASVS MEETS HANDS-ON PRACTICE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73152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MASTG (Mobile Application Security Testing Guide) gives step-by-step test cases for every MASVS control — think of it as the 'how' to MASVS's 'what'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OWASP MAS project ships deliberately vulnerable 'Crackme' apps so students can practice without breaking real, third-party software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UnCrackable App for Android — Level 1: hides a secret string behind weak crypto + basic root/debug detection (our demo today)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2–4 progressively add native code, stronger obfuscation, and anti-Frida tricks — great follow-up homework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458200" y="17373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🧪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target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33375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UnCrackable-Level1.apk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recover the hidden secret string the app is trying to hide from you — twice, two different ways.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27432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Attack Surface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ships inside an APK, and where it can be attacked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APK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JUST A SIGNED ZIP FILE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📄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AndroidManifest.xml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permissions, exported flags, deep-link intent filters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1208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32376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32376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🧱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32376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classes.dex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32376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Dalvik/ART bytecode — reversible with jadx/apktool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3776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14944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14944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🎨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14944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resources.arsc + res/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14944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layouts, sometimes hardcoded keys or endpoints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49808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📚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lib/&lt;abi&gt;/*.so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code (JNI) — needs Ghidra/IDA, harder to reverse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1208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32376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32376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🔏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32376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META-INF/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32376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certificate &amp; manifest hashes — integrity check surface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3776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14944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314944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🗃️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14944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14944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files: configs, ML models, sometimes embedded secrets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Components &amp; the IPC Surface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ONE OF THESE IS A POTENTIAL ENTRY POINT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🖥️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— exported=true means other apps can launch them directly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1208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32376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32376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⚙️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32376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32376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 — can expose privileged operations via Binder/AIDL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3776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14944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14944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📡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14944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Receivers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14944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 system/app events — unprotected receivers can be triggered externally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49808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🗂️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Providers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access — classic source of SQL injection &amp; data leaks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1208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32376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32376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🔗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32376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&amp; Deep Links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32376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Inter-app messaging — implicit intents can be intercepted or spoofed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3776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14944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314944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🌍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14944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14944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browser — JS bridges (addJavascriptInterface) are high-risk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One-Slide Look at iOS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(today's focus)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= ZIP of DEX bytecode + manifest + resources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jadx / apktool decompile close to source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+ rooted emulator for full dynamic control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detection is the main runtime defense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3796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(for contrast)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= ZIP of a Mach-O binary + Info.plist + bundle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class-dump / Hopper / IDA for static analysis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+ jailbroken device (or on-device jailbreak-free tricks)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Keychain, App Transport Security, code signing are core controls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27432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Test Lab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up an environment you fully control before you touch a target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 Checklist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BEFORE THE TARGET APP IS ANYWHERE NEAR THE DEVICE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emulator or device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5087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AVD with a rooted system image, or Genymotion, or Magisk on a real test device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68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server on-device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4688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frida-server's version exactly to your host frida-tools version — mismatches fail silently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290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configured &amp; trusted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42900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/ mitmproxy running; its CA certificate installed as a device-trusted root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43484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891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APK staged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38912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UnCrackable-Level1.apk downloaded from the OWASP MAS Crackmes repository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39496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3492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sanity check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34924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`adb devices` shows the emulator; `frida-ps -U` lists running processes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Toolchain Tour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TOOL PER JOB, USED TOGETHER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🔌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79192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Debug Bridge — shell access, install/uninstall, log streaming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5566" y="1417320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86734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586734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🧬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86734" y="2286000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jadx / apktool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86734" y="2679192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Decompile DEX to readable Java, or disassemble to editable smali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22492" y="1417320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23660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2366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🕵️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286000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MobSF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23660" y="2679192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static + dynamic scanning; fast first-pass triage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9418" y="1417320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60586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260586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🪝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60586" y="2286000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60586" y="2679192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instrumentation — hook and rewrite behavior of a live app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037076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49808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🎯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905756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298948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Frida-powered CLI: root/SSL-pinning bypass recipes without writing JS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5566" y="4037076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86734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586734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🌐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3586734" y="4905756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/ mitmproxy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86734" y="5298948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Intercept, inspect and modify the app's network traffic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22492" y="4037076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23660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423660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🧭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423660" y="4905756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drozer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23660" y="5298948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and attack exported Android IPC components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59418" y="4037076"/>
            <a:ext cx="2580894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260586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260586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🔍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9260586" y="4905756"/>
            <a:ext cx="21785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apkleaks / TruffleHog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260586" y="5298948"/>
            <a:ext cx="2178558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regex/entropy scanning for hardcoded secrets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27432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Methodology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app without ever running it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EMULATOR REQUIRED FOR ANY OF THIS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Decompile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5087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jadx-gui app.apk (Java-like source) and/or apktool d app.apk (editable smali + resources)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68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review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4688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components, permissions requested, debuggable flag, allowBackup, deep links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290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&amp; key hunting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42900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for API keys, hardcoded passwords, private keys, and suspicious Base64 blobs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43484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891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review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38912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ECB mode, static IVs, home-grown algorithms, or keys derived from constants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39496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3492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triage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34924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MobSF's static scan in parallel to catch what manual review might miss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Static Analysis Reveals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you will see constantly: secrets baked directly into decompiled source.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" y="173736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7864" y="173736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jadx-gui: sg/vantagepoint/uncrackable1/CodeCheck.java (illustrative)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CodeCheck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boolean check_pin(String pin)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byte[] enc = Base64.decode("8ClmM+aX3AceHWyz1Rl/8A==", 0);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byte[] key = "8d127684cbc37c17".getBytes();      // &lt;-- hardcoded key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secret = AESDecryptor.decrypt(enc, key);   // ECB mode, no IV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pin.equals(secret);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Takeaway: the key AND the ciphertext are visible to anyone with the APK.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 do not need to run the app at all to recover the logic — see next slide.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27432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Analysis Methodology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— and steering — the app while it runs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Analysis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WHERE YOU MAKE THE APP LIE TO ITSELF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interception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5087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device through Burp/mitmproxy; install the proxy CA as a trusted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68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 certificate pinning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4688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script or Objection recipe to disable the app's TrustManager/pinning checks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290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instrumentation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42900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Frida, enumerate loaded classes, hook methods of interest with Interceptor/Java.perform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43484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891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bypass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38912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 root detection, debugger detection, and integrity/tamper checks that block testing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39496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3492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probing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34924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drozer to invoke exported activities/providers/receivers directly, outside the intended UI flow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&amp; Objection Essentials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INSTRUMENTATION VOCABULARY WE'LL USE IN THE DEMO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☕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Java.perform()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hooking managed (Java/Kotlin) code from a Frida 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1208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32376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32376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🪝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32376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Interceptor.attach()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32376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native functions; inspect or rewrite arguments and return values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3776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14944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14944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🧰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14944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Java.use(cls)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14944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live handle to a class to override method implementations at runtime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49808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🚀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-U -f &lt;pkg&gt; -l x.js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the app with a hook script attached before its own code runs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1208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32376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32376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🎛️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32376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explore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32376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shell: android root disable, sslpinning disable, hooking watch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3776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14944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314944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📜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14944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hooking watch class_method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14944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call, argument and return value for a chosen method — zero scripting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OWASP UnCrackable App — Level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73152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asks the user to enter a secret string in a text field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detects a rooted device, it shows a toast and force-closes — before you can even try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secret value is compared against whatever the user typed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recover that secret value, two independent 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458200" y="17373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🏁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winning conditions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33375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Static: never run the app; read the decompiled code and decrypt offline.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Dynamic: run the app, bypass its defenses, and watch it reveal the secret at runtime.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Path A: Static Reverse Engineering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INTERACTION WITH A RUNNING APP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4023360" cy="115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Decompile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508760"/>
            <a:ext cx="6126480" cy="115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jadx-gui UnCrackable-Level1.apk — browse to the sg.vantagepoint.uncrackable1 package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75463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75463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08910"/>
            <a:ext cx="4023360" cy="115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check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708910"/>
            <a:ext cx="6126480" cy="115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verification class that compares user input against a decoded secret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95478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9547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09060"/>
            <a:ext cx="4023360" cy="115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constants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909060"/>
            <a:ext cx="6126480" cy="115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out the hardcoded AES key and the Base64-encoded ciphertext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15493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515493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09210"/>
            <a:ext cx="4023360" cy="115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offline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5109210"/>
            <a:ext cx="6126480" cy="115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AES-ECB decryption in a short Python script — no device needed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Path A: Offline Decryption Script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the app's own (weak) crypto outside the app entirely.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" y="173736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7864" y="173736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decrypt_offline.py — illustrative pattern, adapt constants from YOUR jadx output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Crypto.Cipher import AES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base64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       = b'8d127684cbc37c17'          # extracted from CodeCheck.java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ciphertext = base64.b64decode('8ClmM+aX3AceHWyz1Rl/8A==')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 = AES.new(key, AES.MODE_ECB)       # matches the app's (weak) mode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 = cipher.decrypt(ciphertext)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print(plaintext.rstrip(b'\x00'))          # -&gt; the hidden secret string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Result: the app's 'secret' is now known WITHOUT ever launching it.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Path B: Dynamic Instrumentation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THE APP RUN, THEN MAKE IT TALK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launch fails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5087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 the rooted emulator; the app detects root and force-closes immediately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68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checks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4688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jadx, find the root/debug-detection methods the app calls before showing the UI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290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Frida hook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42900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each detection method to always report 'not rooted' / 'not debugged'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43484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891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 under Frida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38912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-U -f owasp.mstg.uncrackable1 -l bypass.js --no-pause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39496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3492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the verifier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34924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hook the comparison method itself to log its arguments — the secret appears in the console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Path B: Frida Hook (Illustrative Pattern)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 root detection, then log the verifier's live inputs.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" y="173736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7864" y="173736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bypass.js — pattern only; confirm exact class/method names in YOUR jadx output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Java.perform(function ()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1) Force every root/debug check in the target class to return benign values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checks = Java.use('sg.vantagepoint.uncrackable1.RootCheck');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['isRooted', 'isDebuggable', 'hasSuBinary'].forEach(function (m)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(checks[m]) checks[m].implementation = function () { return false; };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2) Hook the verifier to print what it's comparing against, at runtime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verifier = Java.use('sg.vantagepoint.uncrackable1.CodeCheck');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verifier.check_pin.implementation = function (input)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result = this.check_pin(input);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console.log('[*] user input : ' + input);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console.log('[*] check result: ' + result);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Recap: Static vs. Dynamic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Static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 or emulator required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repeatable, fully offline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LOGIC (why it's insecure)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Defeated by strong obfuscation / native code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3796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Dynamic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controlled rooted device/emulator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but works even when code is obfuscated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real runtime VALUES as the app computes them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trip anti-instrumentation defenses (higher levels)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Mobile Vulnerability Classes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WE SAW TODAY, GENERALIZED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🗄️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Storage (V2)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SharedPreferences, SQLite, logs, clipboard, or unencrypted backups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1208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32376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32376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🔑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32376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Cryptography (V3)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32376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mode, static keys/IVs, home-grown algorithms, weak RNG for tokens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3776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14944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14944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🌐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14944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Network (V5)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14944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 traffic allowed, missing or bypassable certificate pinning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49808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🧩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Misuse (V6)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components without permission checks, unsafe WebView JS bridges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1208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32376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32376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🧵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32376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Code Quality (V7)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32376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API keys/passwords, debuggable=true shipped to production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3776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14944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314944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🛡️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14944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Resiliency (V8)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14944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Root/jailbreak and debugger detection that's trivially bypassed with Frida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Legal &amp; Responsible 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NON-NEGOTIABLE BEFORE YOU TOUCH A REAL TARGET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73152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authorization and defined scope BEFORE any testing — no exceptions, even for 'just curious' checks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test crackmes, your own apps, or apps you have explicit permission to assess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any real secrets, credentials, or personal data you uncover with strict confidentiality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responsible/coordinated disclosure timelines when reporting real vulnerabilities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to computer systems is a criminal offense in most jurisdictions (e.g., CFAA in the US) — scope creep is not a gray area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458200" y="17373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⚖️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33375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would not be comfortable explaining a specific action to the app owner's legal team in writing, don't do it without asking first.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CARRY FORWARD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73152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pentesting = web pentesting mindset + a reversible client.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OS fights back with sandboxing, signing, and pinning — your job is to work around it, legally and in scope.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and dynamic analysis are complementary, not competing.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Use static to understand; use dynamic to confirm and to bypass runtime defenses.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MASVS/MASTG give you a shared vocabulary for findings.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Every issue you write up should map to a Vx control ID.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Solve UnCrackable Levels 2–4 on your own; each adds obfuscation, native code, or anti-Frida tricks.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458200" y="17373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🧭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33375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MASTG test case not covered today (e.g. WebView JS-bridge abuse or exported ContentProvider SQLi) and reproduce it on a lab app.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THESE BOOKMARKED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📘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MASTG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mas.owasp.org — full testing guide, one test case per control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1208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32376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32376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🧪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32376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MAS Crackmes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32376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github.com/OWASP/mastestapp — UnCrackable &amp; other practice targets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3776" y="1417320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14944" y="16002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14944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🪝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14944" y="2286000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Docs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14944" y="2679192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frida.re — scripting API reference and platform notes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49808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github.com/sensepost/objection — runtime mobile exploration toolkit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1208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32376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32376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🧭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32376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drozer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32376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github.com/WithSecureLabs/drozer — Android IPC attack surface tool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3776" y="4037076"/>
            <a:ext cx="3526536" cy="2363724"/>
          </a:xfrm>
          <a:prstGeom prst="roundRect">
            <a:avLst>
              <a:gd name="adj" fmla="val 3868"/>
            </a:avLst>
          </a:prstGeom>
          <a:solidFill>
            <a:srgbClr val="E8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14944" y="421995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314944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1B2A"/>
                </a:solidFill>
              </a:rPr>
              <a:t>🕵️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14944" y="4905756"/>
            <a:ext cx="312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MobSF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14944" y="5298948"/>
            <a:ext cx="3124200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github.com/MobSF/Mobile-Security-Framework-MobSF — automated triage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Penetration Testing — Graduate Lecture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4173</Words>
  <Application>Microsoft Office PowerPoint</Application>
  <PresentationFormat>Widescreen</PresentationFormat>
  <Paragraphs>515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Tharaniyawarma Kumaralingam</cp:lastModifiedBy>
  <cp:revision>2</cp:revision>
  <dcterms:created xsi:type="dcterms:W3CDTF">2026-09-28T00:04:31Z</dcterms:created>
  <dcterms:modified xsi:type="dcterms:W3CDTF">2026-09-28T00:45:56Z</dcterms:modified>
</cp:coreProperties>
</file>