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05" r:id="rId26"/>
    <p:sldId id="280" r:id="rId27"/>
    <p:sldId id="281" r:id="rId28"/>
    <p:sldId id="282" r:id="rId29"/>
    <p:sldId id="306" r:id="rId30"/>
    <p:sldId id="283" r:id="rId31"/>
    <p:sldId id="284" r:id="rId32"/>
    <p:sldId id="285" r:id="rId33"/>
    <p:sldId id="286" r:id="rId34"/>
    <p:sldId id="287" r:id="rId35"/>
    <p:sldId id="30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308" r:id="rId46"/>
    <p:sldId id="297" r:id="rId47"/>
    <p:sldId id="309" r:id="rId48"/>
    <p:sldId id="298" r:id="rId49"/>
    <p:sldId id="299" r:id="rId50"/>
    <p:sldId id="310" r:id="rId51"/>
    <p:sldId id="300" r:id="rId52"/>
    <p:sldId id="301" r:id="rId53"/>
    <p:sldId id="302" r:id="rId54"/>
    <p:sldId id="303" r:id="rId55"/>
    <p:sldId id="30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0AE"/>
    <a:srgbClr val="EBEFF6"/>
    <a:srgbClr val="FDFDFE"/>
    <a:srgbClr val="C8ECFC"/>
    <a:srgbClr val="003054"/>
    <a:srgbClr val="0070C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BE670-3E03-4AF9-9DAE-C2256F4980CC}" v="41" dt="2026-07-28T08:55:12.59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da Fernando" userId="be4c618b-01eb-4ea5-9d4b-17596987021b" providerId="ADAL" clId="{1E0ABD71-AB93-41F5-8129-2081E38250EC}"/>
    <pc:docChg chg="undo custSel addSld delSld modSld">
      <pc:chgData name="Harinda Fernando" userId="be4c618b-01eb-4ea5-9d4b-17596987021b" providerId="ADAL" clId="{1E0ABD71-AB93-41F5-8129-2081E38250EC}" dt="2026-07-28T08:55:12.593" v="151" actId="1076"/>
      <pc:docMkLst>
        <pc:docMk/>
      </pc:docMkLst>
      <pc:sldChg chg="addSp delSp modSp mod">
        <pc:chgData name="Harinda Fernando" userId="be4c618b-01eb-4ea5-9d4b-17596987021b" providerId="ADAL" clId="{1E0ABD71-AB93-41F5-8129-2081E38250EC}" dt="2026-07-28T08:53:18.218" v="131" actId="14100"/>
        <pc:sldMkLst>
          <pc:docMk/>
          <pc:sldMk cId="0" sldId="291"/>
        </pc:sldMkLst>
        <pc:spChg chg="mod">
          <ac:chgData name="Harinda Fernando" userId="be4c618b-01eb-4ea5-9d4b-17596987021b" providerId="ADAL" clId="{1E0ABD71-AB93-41F5-8129-2081E38250EC}" dt="2026-07-28T08:53:04.336" v="128" actId="20577"/>
          <ac:spMkLst>
            <pc:docMk/>
            <pc:sldMk cId="0" sldId="291"/>
            <ac:spMk id="2" creationId="{00000000-0000-0000-0000-000000000000}"/>
          </ac:spMkLst>
        </pc:spChg>
        <pc:spChg chg="del">
          <ac:chgData name="Harinda Fernando" userId="be4c618b-01eb-4ea5-9d4b-17596987021b" providerId="ADAL" clId="{1E0ABD71-AB93-41F5-8129-2081E38250EC}" dt="2026-07-28T08:51:55.591" v="103" actId="478"/>
          <ac:spMkLst>
            <pc:docMk/>
            <pc:sldMk cId="0" sldId="291"/>
            <ac:spMk id="4" creationId="{00000000-0000-0000-0000-000000000000}"/>
          </ac:spMkLst>
        </pc:spChg>
        <pc:spChg chg="del">
          <ac:chgData name="Harinda Fernando" userId="be4c618b-01eb-4ea5-9d4b-17596987021b" providerId="ADAL" clId="{1E0ABD71-AB93-41F5-8129-2081E38250EC}" dt="2026-07-28T08:52:03.327" v="108" actId="478"/>
          <ac:spMkLst>
            <pc:docMk/>
            <pc:sldMk cId="0" sldId="291"/>
            <ac:spMk id="5" creationId="{00000000-0000-0000-0000-000000000000}"/>
          </ac:spMkLst>
        </pc:spChg>
        <pc:spChg chg="del">
          <ac:chgData name="Harinda Fernando" userId="be4c618b-01eb-4ea5-9d4b-17596987021b" providerId="ADAL" clId="{1E0ABD71-AB93-41F5-8129-2081E38250EC}" dt="2026-07-28T08:51:56.390" v="104" actId="478"/>
          <ac:spMkLst>
            <pc:docMk/>
            <pc:sldMk cId="0" sldId="291"/>
            <ac:spMk id="7" creationId="{00000000-0000-0000-0000-000000000000}"/>
          </ac:spMkLst>
        </pc:spChg>
        <pc:spChg chg="del">
          <ac:chgData name="Harinda Fernando" userId="be4c618b-01eb-4ea5-9d4b-17596987021b" providerId="ADAL" clId="{1E0ABD71-AB93-41F5-8129-2081E38250EC}" dt="2026-07-28T08:52:03.327" v="108" actId="478"/>
          <ac:spMkLst>
            <pc:docMk/>
            <pc:sldMk cId="0" sldId="291"/>
            <ac:spMk id="8" creationId="{00000000-0000-0000-0000-000000000000}"/>
          </ac:spMkLst>
        </pc:spChg>
        <pc:spChg chg="del">
          <ac:chgData name="Harinda Fernando" userId="be4c618b-01eb-4ea5-9d4b-17596987021b" providerId="ADAL" clId="{1E0ABD71-AB93-41F5-8129-2081E38250EC}" dt="2026-07-28T08:51:56.997" v="105" actId="47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nda Fernando" userId="be4c618b-01eb-4ea5-9d4b-17596987021b" providerId="ADAL" clId="{1E0ABD71-AB93-41F5-8129-2081E38250EC}" dt="2026-07-28T08:52:03.327" v="108" actId="478"/>
          <ac:spMkLst>
            <pc:docMk/>
            <pc:sldMk cId="0" sldId="291"/>
            <ac:spMk id="11" creationId="{00000000-0000-0000-0000-000000000000}"/>
          </ac:spMkLst>
        </pc:spChg>
        <pc:spChg chg="add">
          <ac:chgData name="Harinda Fernando" userId="be4c618b-01eb-4ea5-9d4b-17596987021b" providerId="ADAL" clId="{1E0ABD71-AB93-41F5-8129-2081E38250EC}" dt="2026-07-28T08:52:09.664" v="109"/>
          <ac:spMkLst>
            <pc:docMk/>
            <pc:sldMk cId="0" sldId="291"/>
            <ac:spMk id="13" creationId="{9602C221-4004-F26A-EE2F-B6EB55F4EEC1}"/>
          </ac:spMkLst>
        </pc:spChg>
        <pc:picChg chg="add mod">
          <ac:chgData name="Harinda Fernando" userId="be4c618b-01eb-4ea5-9d4b-17596987021b" providerId="ADAL" clId="{1E0ABD71-AB93-41F5-8129-2081E38250EC}" dt="2026-07-28T08:53:18.218" v="131" actId="14100"/>
          <ac:picMkLst>
            <pc:docMk/>
            <pc:sldMk cId="0" sldId="291"/>
            <ac:picMk id="6148" creationId="{AB920B47-9CD9-E85B-1AA8-8CCB82050A40}"/>
          </ac:picMkLst>
        </pc:picChg>
        <pc:cxnChg chg="del">
          <ac:chgData name="Harinda Fernando" userId="be4c618b-01eb-4ea5-9d4b-17596987021b" providerId="ADAL" clId="{1E0ABD71-AB93-41F5-8129-2081E38250EC}" dt="2026-07-28T08:52:03.327" v="108" actId="478"/>
          <ac:cxnSpMkLst>
            <pc:docMk/>
            <pc:sldMk cId="0" sldId="291"/>
            <ac:cxnSpMk id="6" creationId="{00000000-0000-0000-0000-000000000000}"/>
          </ac:cxnSpMkLst>
        </pc:cxnChg>
        <pc:cxnChg chg="del">
          <ac:chgData name="Harinda Fernando" userId="be4c618b-01eb-4ea5-9d4b-17596987021b" providerId="ADAL" clId="{1E0ABD71-AB93-41F5-8129-2081E38250EC}" dt="2026-07-28T08:52:03.327" v="108" actId="478"/>
          <ac:cxnSpMkLst>
            <pc:docMk/>
            <pc:sldMk cId="0" sldId="291"/>
            <ac:cxnSpMk id="9" creationId="{00000000-0000-0000-0000-000000000000}"/>
          </ac:cxnSpMkLst>
        </pc:cxnChg>
      </pc:sldChg>
      <pc:sldChg chg="new del">
        <pc:chgData name="Harinda Fernando" userId="be4c618b-01eb-4ea5-9d4b-17596987021b" providerId="ADAL" clId="{1E0ABD71-AB93-41F5-8129-2081E38250EC}" dt="2026-07-28T08:38:20.564" v="1" actId="680"/>
        <pc:sldMkLst>
          <pc:docMk/>
          <pc:sldMk cId="696370357" sldId="305"/>
        </pc:sldMkLst>
      </pc:sldChg>
      <pc:sldChg chg="addSp delSp modSp add mod">
        <pc:chgData name="Harinda Fernando" userId="be4c618b-01eb-4ea5-9d4b-17596987021b" providerId="ADAL" clId="{1E0ABD71-AB93-41F5-8129-2081E38250EC}" dt="2026-07-28T08:39:38.215" v="18" actId="1036"/>
        <pc:sldMkLst>
          <pc:docMk/>
          <pc:sldMk cId="964622299" sldId="305"/>
        </pc:sldMkLst>
        <pc:spChg chg="mod">
          <ac:chgData name="Harinda Fernando" userId="be4c618b-01eb-4ea5-9d4b-17596987021b" providerId="ADAL" clId="{1E0ABD71-AB93-41F5-8129-2081E38250EC}" dt="2026-07-28T08:38:46.817" v="9" actId="20577"/>
          <ac:spMkLst>
            <pc:docMk/>
            <pc:sldMk cId="964622299" sldId="305"/>
            <ac:spMk id="2" creationId="{46E2F40B-4F02-5057-5322-3E607250F458}"/>
          </ac:spMkLst>
        </pc:spChg>
        <pc:graphicFrameChg chg="del">
          <ac:chgData name="Harinda Fernando" userId="be4c618b-01eb-4ea5-9d4b-17596987021b" providerId="ADAL" clId="{1E0ABD71-AB93-41F5-8129-2081E38250EC}" dt="2026-07-28T08:38:51.086" v="10" actId="478"/>
          <ac:graphicFrameMkLst>
            <pc:docMk/>
            <pc:sldMk cId="964622299" sldId="305"/>
            <ac:graphicFrameMk id="4" creationId="{A5AA46E2-34A0-B535-02BE-933FE8D900BE}"/>
          </ac:graphicFrameMkLst>
        </pc:graphicFrameChg>
        <pc:picChg chg="add mod">
          <ac:chgData name="Harinda Fernando" userId="be4c618b-01eb-4ea5-9d4b-17596987021b" providerId="ADAL" clId="{1E0ABD71-AB93-41F5-8129-2081E38250EC}" dt="2026-07-28T08:39:38.215" v="18" actId="1036"/>
          <ac:picMkLst>
            <pc:docMk/>
            <pc:sldMk cId="964622299" sldId="305"/>
            <ac:picMk id="1026" creationId="{23C0F0E6-765E-FEB3-2735-034AB7EA620B}"/>
          </ac:picMkLst>
        </pc:picChg>
      </pc:sldChg>
      <pc:sldChg chg="addSp delSp modSp add mod">
        <pc:chgData name="Harinda Fernando" userId="be4c618b-01eb-4ea5-9d4b-17596987021b" providerId="ADAL" clId="{1E0ABD71-AB93-41F5-8129-2081E38250EC}" dt="2026-07-28T08:42:40.929" v="27" actId="1076"/>
        <pc:sldMkLst>
          <pc:docMk/>
          <pc:sldMk cId="1076637144" sldId="306"/>
        </pc:sldMkLst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4" creationId="{CE2F2A2E-5430-CE29-B3BE-DE8EEFAB6D9D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6" creationId="{7AC0ACF5-F588-93CA-8C56-8C56A9E7BF68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7" creationId="{1BCFC3FA-19FD-326D-D5EE-4401D4C3B235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9" creationId="{9F777F46-D4E7-E95A-F6F9-97AE39A4F7DE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10" creationId="{96731908-D57D-60B7-1312-BDA03319B89D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12" creationId="{3AE448F7-F95B-41E4-DCBF-8DB5801C0908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13" creationId="{256EF03B-A76D-0D8F-D0F3-D6CED2496278}"/>
          </ac:spMkLst>
        </pc:spChg>
        <pc:spChg chg="del">
          <ac:chgData name="Harinda Fernando" userId="be4c618b-01eb-4ea5-9d4b-17596987021b" providerId="ADAL" clId="{1E0ABD71-AB93-41F5-8129-2081E38250EC}" dt="2026-07-28T08:41:09.138" v="20" actId="478"/>
          <ac:spMkLst>
            <pc:docMk/>
            <pc:sldMk cId="1076637144" sldId="306"/>
            <ac:spMk id="14" creationId="{94BCEE95-1EFC-03AC-0590-74E32F6283E6}"/>
          </ac:spMkLst>
        </pc:spChg>
        <pc:spChg chg="add del">
          <ac:chgData name="Harinda Fernando" userId="be4c618b-01eb-4ea5-9d4b-17596987021b" providerId="ADAL" clId="{1E0ABD71-AB93-41F5-8129-2081E38250EC}" dt="2026-07-28T08:41:44.326" v="25" actId="478"/>
          <ac:spMkLst>
            <pc:docMk/>
            <pc:sldMk cId="1076637144" sldId="306"/>
            <ac:spMk id="15" creationId="{419804F8-004F-506A-98F0-E12175AC7B90}"/>
          </ac:spMkLst>
        </pc:spChg>
        <pc:spChg chg="add del mod">
          <ac:chgData name="Harinda Fernando" userId="be4c618b-01eb-4ea5-9d4b-17596987021b" providerId="ADAL" clId="{1E0ABD71-AB93-41F5-8129-2081E38250EC}" dt="2026-07-28T08:41:28.239" v="23" actId="478"/>
          <ac:spMkLst>
            <pc:docMk/>
            <pc:sldMk cId="1076637144" sldId="306"/>
            <ac:spMk id="16" creationId="{66585EB8-56E0-FCEC-86FC-9C7303C9DCC2}"/>
          </ac:spMkLst>
        </pc:spChg>
        <pc:spChg chg="add mod">
          <ac:chgData name="Harinda Fernando" userId="be4c618b-01eb-4ea5-9d4b-17596987021b" providerId="ADAL" clId="{1E0ABD71-AB93-41F5-8129-2081E38250EC}" dt="2026-07-28T08:41:42.047" v="24"/>
          <ac:spMkLst>
            <pc:docMk/>
            <pc:sldMk cId="1076637144" sldId="306"/>
            <ac:spMk id="17" creationId="{014292D4-A62F-B34A-7BB4-F52A71259C9F}"/>
          </ac:spMkLst>
        </pc:spChg>
        <pc:picChg chg="add mod">
          <ac:chgData name="Harinda Fernando" userId="be4c618b-01eb-4ea5-9d4b-17596987021b" providerId="ADAL" clId="{1E0ABD71-AB93-41F5-8129-2081E38250EC}" dt="2026-07-28T08:42:40.929" v="27" actId="1076"/>
          <ac:picMkLst>
            <pc:docMk/>
            <pc:sldMk cId="1076637144" sldId="306"/>
            <ac:picMk id="19" creationId="{D4EDE598-E314-FF24-9E19-430D9E233A77}"/>
          </ac:picMkLst>
        </pc:picChg>
        <pc:cxnChg chg="del">
          <ac:chgData name="Harinda Fernando" userId="be4c618b-01eb-4ea5-9d4b-17596987021b" providerId="ADAL" clId="{1E0ABD71-AB93-41F5-8129-2081E38250EC}" dt="2026-07-28T08:41:09.138" v="20" actId="478"/>
          <ac:cxnSpMkLst>
            <pc:docMk/>
            <pc:sldMk cId="1076637144" sldId="306"/>
            <ac:cxnSpMk id="8" creationId="{0032A5A1-1F7A-2F0E-A968-4277DEB083DD}"/>
          </ac:cxnSpMkLst>
        </pc:cxnChg>
        <pc:cxnChg chg="del">
          <ac:chgData name="Harinda Fernando" userId="be4c618b-01eb-4ea5-9d4b-17596987021b" providerId="ADAL" clId="{1E0ABD71-AB93-41F5-8129-2081E38250EC}" dt="2026-07-28T08:41:09.138" v="20" actId="478"/>
          <ac:cxnSpMkLst>
            <pc:docMk/>
            <pc:sldMk cId="1076637144" sldId="306"/>
            <ac:cxnSpMk id="11" creationId="{C392777B-EAF0-E3E0-08C2-B0B105F8911E}"/>
          </ac:cxnSpMkLst>
        </pc:cxnChg>
      </pc:sldChg>
      <pc:sldChg chg="addSp delSp modSp add mod">
        <pc:chgData name="Harinda Fernando" userId="be4c618b-01eb-4ea5-9d4b-17596987021b" providerId="ADAL" clId="{1E0ABD71-AB93-41F5-8129-2081E38250EC}" dt="2026-07-28T08:48:27.057" v="64" actId="1076"/>
        <pc:sldMkLst>
          <pc:docMk/>
          <pc:sldMk cId="743345597" sldId="307"/>
        </pc:sldMkLst>
        <pc:spChg chg="mod">
          <ac:chgData name="Harinda Fernando" userId="be4c618b-01eb-4ea5-9d4b-17596987021b" providerId="ADAL" clId="{1E0ABD71-AB93-41F5-8129-2081E38250EC}" dt="2026-07-28T08:43:10.812" v="51" actId="20577"/>
          <ac:spMkLst>
            <pc:docMk/>
            <pc:sldMk cId="743345597" sldId="307"/>
            <ac:spMk id="2" creationId="{1716ABCC-3AB9-CAEB-8DC7-AEF5DC430ECF}"/>
          </ac:spMkLst>
        </pc:spChg>
        <pc:graphicFrameChg chg="del modGraphic">
          <ac:chgData name="Harinda Fernando" userId="be4c618b-01eb-4ea5-9d4b-17596987021b" providerId="ADAL" clId="{1E0ABD71-AB93-41F5-8129-2081E38250EC}" dt="2026-07-28T08:47:06.417" v="53" actId="478"/>
          <ac:graphicFrameMkLst>
            <pc:docMk/>
            <pc:sldMk cId="743345597" sldId="307"/>
            <ac:graphicFrameMk id="4" creationId="{318C4B6A-0738-A177-C8C4-4060181103D9}"/>
          </ac:graphicFrameMkLst>
        </pc:graphicFrameChg>
        <pc:picChg chg="add mod">
          <ac:chgData name="Harinda Fernando" userId="be4c618b-01eb-4ea5-9d4b-17596987021b" providerId="ADAL" clId="{1E0ABD71-AB93-41F5-8129-2081E38250EC}" dt="2026-07-28T08:47:15.559" v="57" actId="1076"/>
          <ac:picMkLst>
            <pc:docMk/>
            <pc:sldMk cId="743345597" sldId="307"/>
            <ac:picMk id="3074" creationId="{38BFEE45-340A-7E05-62E1-3A40550AFDDC}"/>
          </ac:picMkLst>
        </pc:picChg>
        <pc:picChg chg="add mod">
          <ac:chgData name="Harinda Fernando" userId="be4c618b-01eb-4ea5-9d4b-17596987021b" providerId="ADAL" clId="{1E0ABD71-AB93-41F5-8129-2081E38250EC}" dt="2026-07-28T08:48:27.057" v="64" actId="1076"/>
          <ac:picMkLst>
            <pc:docMk/>
            <pc:sldMk cId="743345597" sldId="307"/>
            <ac:picMk id="3076" creationId="{FF78B786-9924-B2C0-FC2C-FAA2BF35DBD9}"/>
          </ac:picMkLst>
        </pc:picChg>
      </pc:sldChg>
      <pc:sldChg chg="addSp delSp modSp add mod">
        <pc:chgData name="Harinda Fernando" userId="be4c618b-01eb-4ea5-9d4b-17596987021b" providerId="ADAL" clId="{1E0ABD71-AB93-41F5-8129-2081E38250EC}" dt="2026-07-28T08:50:07.547" v="98" actId="1036"/>
        <pc:sldMkLst>
          <pc:docMk/>
          <pc:sldMk cId="123729083" sldId="308"/>
        </pc:sldMkLst>
        <pc:spChg chg="mod">
          <ac:chgData name="Harinda Fernando" userId="be4c618b-01eb-4ea5-9d4b-17596987021b" providerId="ADAL" clId="{1E0ABD71-AB93-41F5-8129-2081E38250EC}" dt="2026-07-28T08:49:04.125" v="91" actId="20577"/>
          <ac:spMkLst>
            <pc:docMk/>
            <pc:sldMk cId="123729083" sldId="308"/>
            <ac:spMk id="2" creationId="{9F8C96ED-A024-39F3-35EE-A0CCDA012E25}"/>
          </ac:spMkLst>
        </pc:spChg>
        <pc:graphicFrameChg chg="del modGraphic">
          <ac:chgData name="Harinda Fernando" userId="be4c618b-01eb-4ea5-9d4b-17596987021b" providerId="ADAL" clId="{1E0ABD71-AB93-41F5-8129-2081E38250EC}" dt="2026-07-28T08:49:55.786" v="93" actId="478"/>
          <ac:graphicFrameMkLst>
            <pc:docMk/>
            <pc:sldMk cId="123729083" sldId="308"/>
            <ac:graphicFrameMk id="4" creationId="{9ACD6A78-7B41-7FAE-381F-2919B17CD70D}"/>
          </ac:graphicFrameMkLst>
        </pc:graphicFrameChg>
        <pc:picChg chg="add mod">
          <ac:chgData name="Harinda Fernando" userId="be4c618b-01eb-4ea5-9d4b-17596987021b" providerId="ADAL" clId="{1E0ABD71-AB93-41F5-8129-2081E38250EC}" dt="2026-07-28T08:50:07.547" v="98" actId="1036"/>
          <ac:picMkLst>
            <pc:docMk/>
            <pc:sldMk cId="123729083" sldId="308"/>
            <ac:picMk id="4098" creationId="{8A3D3F12-6EF2-9A71-B2DB-796A88FE0EDC}"/>
          </ac:picMkLst>
        </pc:picChg>
      </pc:sldChg>
      <pc:sldChg chg="new del">
        <pc:chgData name="Harinda Fernando" userId="be4c618b-01eb-4ea5-9d4b-17596987021b" providerId="ADAL" clId="{1E0ABD71-AB93-41F5-8129-2081E38250EC}" dt="2026-07-28T08:48:48.234" v="66" actId="680"/>
        <pc:sldMkLst>
          <pc:docMk/>
          <pc:sldMk cId="1505536211" sldId="308"/>
        </pc:sldMkLst>
      </pc:sldChg>
      <pc:sldChg chg="addSp delSp modSp add mod">
        <pc:chgData name="Harinda Fernando" userId="be4c618b-01eb-4ea5-9d4b-17596987021b" providerId="ADAL" clId="{1E0ABD71-AB93-41F5-8129-2081E38250EC}" dt="2026-07-28T08:50:55.091" v="102" actId="1076"/>
        <pc:sldMkLst>
          <pc:docMk/>
          <pc:sldMk cId="3159789427" sldId="309"/>
        </pc:sldMkLst>
        <pc:graphicFrameChg chg="del">
          <ac:chgData name="Harinda Fernando" userId="be4c618b-01eb-4ea5-9d4b-17596987021b" providerId="ADAL" clId="{1E0ABD71-AB93-41F5-8129-2081E38250EC}" dt="2026-07-28T08:50:26.955" v="100" actId="478"/>
          <ac:graphicFrameMkLst>
            <pc:docMk/>
            <pc:sldMk cId="3159789427" sldId="309"/>
            <ac:graphicFrameMk id="4" creationId="{74EF736A-C304-E510-6263-D05B53C233E6}"/>
          </ac:graphicFrameMkLst>
        </pc:graphicFrameChg>
        <pc:picChg chg="add mod">
          <ac:chgData name="Harinda Fernando" userId="be4c618b-01eb-4ea5-9d4b-17596987021b" providerId="ADAL" clId="{1E0ABD71-AB93-41F5-8129-2081E38250EC}" dt="2026-07-28T08:50:55.091" v="102" actId="1076"/>
          <ac:picMkLst>
            <pc:docMk/>
            <pc:sldMk cId="3159789427" sldId="309"/>
            <ac:picMk id="5122" creationId="{FBD06C41-26EF-1ECC-C527-1C258A18AB4C}"/>
          </ac:picMkLst>
        </pc:picChg>
      </pc:sldChg>
      <pc:sldChg chg="addSp delSp modSp add mod">
        <pc:chgData name="Harinda Fernando" userId="be4c618b-01eb-4ea5-9d4b-17596987021b" providerId="ADAL" clId="{1E0ABD71-AB93-41F5-8129-2081E38250EC}" dt="2026-07-28T08:55:12.593" v="151" actId="1076"/>
        <pc:sldMkLst>
          <pc:docMk/>
          <pc:sldMk cId="2157782326" sldId="310"/>
        </pc:sldMkLst>
        <pc:spChg chg="mod">
          <ac:chgData name="Harinda Fernando" userId="be4c618b-01eb-4ea5-9d4b-17596987021b" providerId="ADAL" clId="{1E0ABD71-AB93-41F5-8129-2081E38250EC}" dt="2026-07-28T08:55:01.274" v="146" actId="20577"/>
          <ac:spMkLst>
            <pc:docMk/>
            <pc:sldMk cId="2157782326" sldId="310"/>
            <ac:spMk id="2" creationId="{20DF2EE7-F054-7B3A-0B6B-3CF042A5A68B}"/>
          </ac:spMkLst>
        </pc:spChg>
        <pc:spChg chg="del">
          <ac:chgData name="Harinda Fernando" userId="be4c618b-01eb-4ea5-9d4b-17596987021b" providerId="ADAL" clId="{1E0ABD71-AB93-41F5-8129-2081E38250EC}" dt="2026-07-28T08:55:03.381" v="147" actId="478"/>
          <ac:spMkLst>
            <pc:docMk/>
            <pc:sldMk cId="2157782326" sldId="310"/>
            <ac:spMk id="4" creationId="{B82FB418-0303-6433-4293-800A2CC08B6E}"/>
          </ac:spMkLst>
        </pc:spChg>
        <pc:picChg chg="add mod">
          <ac:chgData name="Harinda Fernando" userId="be4c618b-01eb-4ea5-9d4b-17596987021b" providerId="ADAL" clId="{1E0ABD71-AB93-41F5-8129-2081E38250EC}" dt="2026-07-28T08:55:12.593" v="151" actId="1076"/>
          <ac:picMkLst>
            <pc:docMk/>
            <pc:sldMk cId="2157782326" sldId="310"/>
            <ac:picMk id="7170" creationId="{D7D50A66-D3D6-63C1-A4DC-28347C95F6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A265B-85F9-4AB9-A7F7-F201F3EC61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DF255-290D-41DE-BD04-0A7C06A1B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36BA-4D0C-582A-D90D-A5050C3B5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35A14-CC45-415E-91D7-B39085336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511F-336C-5F04-B406-EAC188B3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E3F6-6859-4CA3-A09E-D0F7F72ACFE0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4DD8-8DE2-49BF-2256-D6C97453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E118B-A9C0-2539-EE0E-7F976FEA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3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9DBE-034D-F88C-332A-467E245C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D88A-9AB2-CE18-CCE1-4CE93CF5F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E28A8-BA96-F50D-807E-BE9AFD5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9165-B718-4A05-ABEA-493F7CF226F4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72DB-9131-6C85-8238-09E06115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5A60-C9F7-6C8C-1CB6-26C1644C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2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D231-9473-3376-B7F9-2B9B0001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8136-DBDE-3025-06A8-1C273FCE0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572A-62DD-CA9F-E4DD-D035DA29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9AE2-4C36-4768-AD66-E53AE3B69896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6F99-EECF-A28B-02D8-6E9260C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7C3B-FDFB-646C-AA5A-1D48D6DB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6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8290-BA90-4A7A-864A-9F933146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8928-35DF-C4DA-EEF3-AF71B4FDE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24945-DF26-5646-D08A-6A42E8E1E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4C70D-C5D2-DE0E-5A4D-5C54D957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E677-F796-43F6-BC96-25B1E0E4BB94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36F4D-2522-DF44-1C34-3B60B4B4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6A2C-43F6-FE22-6DC6-758D53EB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5137-4489-DD84-A8A0-C614F15F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1754-800C-4717-0512-67D3739D2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8F263-D07C-28BF-3BB6-9B6527945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EA40D-AAC1-9598-D1AF-7635335E1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6D1A6-36AD-89AE-1A4F-1E8B9A77E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20158-925C-A7E9-5222-5E66069D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14BC-1BD6-4166-8FDC-A0F77CFEB6BC}" type="datetime1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89187-3B4A-58A4-0C3B-C7E850F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F996D-4AE8-BB7F-D3A1-995EE754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0101-22BA-32E5-2060-4A9C785A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93B0A-96D8-DA75-C76E-DA71825A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D351-5A68-4A1F-946B-20C3567895CF}" type="datetime1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81D16-288F-8034-9059-C666E54D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65B0D-78DE-91A7-D803-150A4D18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8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D95D1-8997-87CC-14A9-30F3E28E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CCCF-53CF-49A2-8E4E-6C875B11F612}" type="datetime1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5F0F5-689E-656C-326C-0DF4757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8FF23-2E61-3111-9C42-8D84E481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A2505E-CFD5-8901-B1E4-35E1DFF8B637}"/>
              </a:ext>
            </a:extLst>
          </p:cNvPr>
          <p:cNvSpPr/>
          <p:nvPr userDrawn="1"/>
        </p:nvSpPr>
        <p:spPr>
          <a:xfrm>
            <a:off x="3048000" y="6176963"/>
            <a:ext cx="9143994" cy="667612"/>
          </a:xfrm>
          <a:prstGeom prst="rect">
            <a:avLst/>
          </a:prstGeom>
          <a:solidFill>
            <a:srgbClr val="003054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7784B-71B0-4A27-69C4-436C1E401103}"/>
              </a:ext>
            </a:extLst>
          </p:cNvPr>
          <p:cNvSpPr/>
          <p:nvPr userDrawn="1"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00305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F2622-3876-DB58-BA22-E1EC5EDC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5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546EC-E134-9B17-EE99-C27C18DC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DB5F-A581-B2FE-E227-EF8B4134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DC54051-F9E3-4634-8E2D-FEE7EC79C47F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B4C9-6F98-0B0C-A82A-07D2BA3BC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30B7-3975-EABC-A921-0B090B3CE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5DC659-408D-4781-A84D-B150AC404B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B7A56-4602-F3E4-33AF-7961B33481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" y="6221220"/>
            <a:ext cx="2850179" cy="5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Networking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libri"/>
              </a:rPr>
              <a:t>IE3122 – Network Security | Week 1</a:t>
            </a:r>
          </a:p>
          <a:p>
            <a:r>
              <a:rPr sz="1600" b="0" i="1">
                <a:solidFill>
                  <a:srgbClr val="FFFFFF"/>
                </a:solidFill>
                <a:latin typeface="Calibri"/>
              </a:rPr>
              <a:t>A quick refresher before we build on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We're Refreshing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Layered architecture (OSI &amp; TCP/IP)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Switching &amp; routing fundamentals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Ethernet &amp; IP addressing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DHCP &amp; ARP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TCP &amp; UDP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HTTP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828800"/>
            <a:ext cx="4663440" cy="3931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0" y="2011680"/>
            <a:ext cx="4206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600" b="1" i="0">
                <a:solidFill>
                  <a:srgbClr val="003054"/>
                </a:solidFill>
                <a:latin typeface="Calibri"/>
              </a:rPr>
              <a:t>Why revisit this?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Every attack and defense mechanism in this module sits on top of these fundamentals — you can't secure a layer you don't understand.</a:t>
            </a:r>
          </a:p>
          <a:p>
            <a:pPr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222A33"/>
                </a:solidFill>
                <a:latin typeface="Calibri"/>
              </a:rPr>
              <a:t>This is a refresher, not first-time teaching — we move quickly and focus on what matters for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How This Fits the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Underpins LO1 (describing vulnerabilities) and LO3 (analysing network/communication requirements).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Weeks 3–5 build directly on this: Layer 2, 3, and 4 attacks all exploit gaps in the protocols we're reviewing today.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If any of this feels shaky, flag it early — it only gets more security-focused from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Layered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Why we split networking into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Why Layered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Breaks a complex problem (moving data across a network) into independent, manageable pieces.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Each layer has one job and only talks to the layers directly above and below it.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Vendors can innovate within a layer (e.g. a new Ethernet standard) without breaking the layers above.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Security matters: attackers target specific layers, so defenders need layer-by-layer thinking.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The OSI 7-Layer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783080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783080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HTTP, DNS, SMTP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386584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386584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86584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Encryption,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990088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990088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90088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Session mgmt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593592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3593592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93592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TCP, UDP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197096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4197096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97096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IP,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800600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4800600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Ethernet, MAC, ARP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5404104"/>
            <a:ext cx="548640" cy="530352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5404104"/>
            <a:ext cx="4206240" cy="5303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04104"/>
            <a:ext cx="4206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Cabling, signals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OSI vs TCP/IP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CONCEPT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OSI (7 layers)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TCP/IP (4 layers)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Application / Presentation / Session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Data Link / Physical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Network Access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6B7682"/>
                </a:solidFill>
                <a:latin typeface="Calibri"/>
              </a:rPr>
              <a:t>TCP/IP is what's actually implemented on the Internet; OSI is the conceptual teaching model we use to reason about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Encapsulation &amp; Decapsulation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4600" cy="118872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46120" y="251460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920240"/>
            <a:ext cx="2514600" cy="11887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 TCP/UDP
Header (Segment)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251460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920240"/>
            <a:ext cx="2514600" cy="11887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 IP
Header (Packet)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251460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23960" y="1920240"/>
            <a:ext cx="2514600" cy="11887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 Ethernet
Header/Trailer (Frame)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Encapsulation: as data moves down the stack (sender), each layer wraps it with its own header (and sometimes trailer).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Decapsulation: as it moves up the stack (receiver), each layer strips off and reads its own header.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Security relevance: many attacks (spoofing, injection) work by tampering with a specific layer's header.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Switching Revision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Layer 2 forwarding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What Switches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Operate at Layer 2 — forward frames based on destination MAC address.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Build and maintain a MAC address table by learning source MACs on incoming frames.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Unknown destination → flood out all ports except the incoming one; known destination → forward out one port only.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Each switch port is its own collision domain — this is why switches replaced hubs.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Domains &amp; VLANs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Collision domain: a segment where frames can collide — each switch port is its own collision domain.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Broadcast domain: the set of devices that receive a broadcast — by default, all ports on a switch share one broadcast domain.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VLANs (Virtual LANs) split a switch into multiple broadcast domains for segmentation — a core building block for later security topics like zone-based defenses.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Common Switching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Switching loops: redundant links can cause broadcast storms — prevented by Spanning Tree Protocol (STP).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MAC table exhaustion / CAM overflow: an attacker floods fake MACs to force a switch into flooding all frames (foreshadows Week 4–5 Layer 2 attacks).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We'll dig into these as attacks — and their defenses — later in the module.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Routing Revision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Layer 3 forwarding fundamentals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What Routers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Operate at Layer 3 — forward packets based on destination IP address.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Maintain a routing table mapping networks to the best next-hop interface.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Connect different networks/broadcast domains together — a router is a natural boundary for security policy.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Every host needs a default gateway — the router it sends traffic to when the destination isn't on its local network.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Static vs Dynamic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ROUTING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Static Routing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Dynamic Routing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Manually entered by 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Learned automatically via a routing protocol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Small, stable networks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Larger networks with changing topology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Security angle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Predictable, smaller attack surface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Vulnerable to route injection/spoofing if unauthenticated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Routing Protocols — Quick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ROUTING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RIP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Distance-vector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Simple, hop-count based, limited scalability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OSPF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Link-state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Fast convergence, widely used internally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EIGRP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Advanced distance-vector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Cisco-developed, fast convergence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BGP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Path-vector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Routes the Internet itself, between autonomous systems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Ethernet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The dominant Layer 2 / Layer 1 technology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The Ethernet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ETHERNET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82296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Preamble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828800"/>
            <a:ext cx="118872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Dest
MAC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828800"/>
            <a:ext cx="118872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Src
MAC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828800"/>
            <a:ext cx="82296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828800"/>
            <a:ext cx="274320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Payload (46–1500B)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1828800"/>
            <a:ext cx="822960" cy="10058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Destination/Source MAC: 6-byte hardware addresses identifying sender and receiver on the local segment.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Type: identifies the encapsulated protocol (e.g. IPv4, ARP).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FCS (Frame Check Sequence): CRC checksum for error detection — not tamper protection.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MAC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ETHERNET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48-bit address, usually written as six hex pairs (e.g. 00:1A:2B:3C:4D:5E).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First 3 bytes (OUI) identify the manufacturer; last 3 bytes are the device-specific identifier.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Burned into hardware, but can be spoofed in software — a common Layer 2 attack technique we'll cover later.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Ethernet Standards &amp; Speeds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ETHERNET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Common Use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10BASE-T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 Mbps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100BASE-TX (Fast Ethernet)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100 Mbps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Older LANs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1000BASE-T (Gigabit)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 Gbps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Standard LAN today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10GBASE-T and above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10 Gbps+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Data centers, backbones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Logical addressing and routing at Layer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IPv4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32-bit address, written as 4 decimal octets (e.g. 192.168.1.10).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Split into network and host portions, defined by a subnet mask (e.g. /24 = 255.255.255.0).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Address classes (A, B, C) are largely historical — modern networks use CIDR (Classless Inter-Domain Routing).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Private ranges (10.0.0.0/8, 172.16.0.0/12, 192.168.0.0/16) aren't routed on the public Internet — relevant to NAT and perimeter security.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Subnetting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CIDR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Subnet Mask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Usable Hosts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/24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255.255.255.0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/25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255.255.255.128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/26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255.255.255.192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/30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255.255.255.252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 (point-to-point links)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6B7682"/>
                </a:solidFill>
                <a:latin typeface="Calibri"/>
              </a:rPr>
              <a:t>Subnetting isn't just addressing — smaller subnets mean smaller broadcast domains and tighter security boundaries.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IPv4 vs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IPv4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IPv6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Address length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32-bit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128-bit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Address space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~4.3 billion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3.4×10³⁸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Built-in security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None (IPSec optional)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IPSec support built into the standard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Notation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192.168.1.10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2001:0db8::1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3D6A-E29F-9B01-2E9C-DA1424F6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F40B-4F02-5057-5322-3E60725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 dirty="0">
                <a:solidFill>
                  <a:srgbClr val="FFFFFF"/>
                </a:solidFill>
                <a:latin typeface="Cambria"/>
              </a:rPr>
              <a:t>IPv4 vs IPv6</a:t>
            </a:r>
            <a:r>
              <a:rPr lang="en-US" sz="2700" b="1" i="0" dirty="0">
                <a:solidFill>
                  <a:srgbClr val="FFFFFF"/>
                </a:solidFill>
                <a:latin typeface="Cambria"/>
              </a:rPr>
              <a:t> Header</a:t>
            </a:r>
            <a:endParaRPr sz="27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2D436-32BF-F77D-EFE8-826784DD81FA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IP</a:t>
            </a:r>
          </a:p>
        </p:txBody>
      </p:sp>
      <p:pic>
        <p:nvPicPr>
          <p:cNvPr id="1026" name="Picture 2" descr="Comparison of IPv4 and IPv6 headers' structures [15] | Download Scientific  Diagram">
            <a:extLst>
              <a:ext uri="{FF2B5EF4-FFF2-40B4-BE49-F238E27FC236}">
                <a16:creationId xmlns:a16="http://schemas.microsoft.com/office/drawing/2014/main" id="{23C0F0E6-765E-FEB3-2735-034AB7EA6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66273"/>
            <a:ext cx="6615113" cy="433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622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IP Header — Key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TTL (Time to Live): limits how many hops a packet can traverse — prevents infinite routing loops.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Protocol: identifies the transport-layer protocol carried (TCP=6, UDP=17, ICMP=1).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Source/Destination IP: the addresses routers use to forward the packet.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Fragmentation flags/offset: support splitting packets too large for a given link — also a historical attack vector (fragmentation attacks).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DHCP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Automatic IP address assignment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DHCP: DORA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DHCP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82296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46120" y="224028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78892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A33"/>
                </a:solidFill>
                <a:latin typeface="Calibri"/>
              </a:rPr>
              <a:t>Client broadcasts for a DHCP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Offer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24028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000" y="278892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A33"/>
                </a:solidFill>
                <a:latin typeface="Calibri"/>
              </a:rPr>
              <a:t>Server offers an available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14600" cy="82296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24028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0" y="278892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A33"/>
                </a:solidFill>
                <a:latin typeface="Calibri"/>
              </a:rPr>
              <a:t>Client requests the offered 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51460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Acknowledge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78892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A33"/>
                </a:solidFill>
                <a:latin typeface="Calibri"/>
              </a:rPr>
              <a:t>Server confirms the lease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3891-AA1D-350C-3B89-BE7931A8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719B-0AC2-2EB0-50D1-B6AB2C2E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DHCP: DORA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F2CA9-41CD-D263-681A-BB7475488D54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DHCP</a:t>
            </a:r>
          </a:p>
        </p:txBody>
      </p:sp>
      <p:sp>
        <p:nvSpPr>
          <p:cNvPr id="17" name="AutoShape 6" descr="DHCP DORA Process">
            <a:extLst>
              <a:ext uri="{FF2B5EF4-FFF2-40B4-BE49-F238E27FC236}">
                <a16:creationId xmlns:a16="http://schemas.microsoft.com/office/drawing/2014/main" id="{014292D4-A62F-B34A-7BB4-F52A71259C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EDE598-E314-FF24-9E19-430D9E23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894567"/>
            <a:ext cx="750674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37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DHCP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Uses UDP ports 67 (server) and 68 (client).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Leases are time-limited — clients must renew before expiry or risk losing their address.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DHCP options can also hand out gateway, DNS servers, and other config — not just an IP address.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DHCP: A Security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DHCP has no built-in authentication — any device can respond to a Discover.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Rogue DHCP server attack: an attacker's server races the real one to hand out a malicious gateway/DNS, redirecting victim traffic.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Mitigation preview: DHCP snooping on switches (we'll cover this properly under Layer 2 attacks &amp; network defense).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ARP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Mapping IP addresses to MAC addresses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How ARP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 host needs a destination's MAC address to build an Ethernet frame, but usually only knows its IP.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ARP Request: broadcast — “Who has 192.168.1.5? Tell 192.168.1.10.”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ARP Reply: unicast — the owner of that IP responds with its MAC address.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The result is cached in the sender's ARP table to avoid repeating the broadcast for every packet.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ARP Cache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ARP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IP Address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MAC Address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192.168.1.1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AA:BB:CC:00:11:22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192.168.1.5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AA:BB:CC:00:33:44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1EC9-614F-1866-C027-28A1F8EB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ABCC-3AB9-CAEB-8DC7-AEF5DC43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 dirty="0">
                <a:solidFill>
                  <a:srgbClr val="FFFFFF"/>
                </a:solidFill>
                <a:latin typeface="Cambria"/>
              </a:rPr>
              <a:t>ARP </a:t>
            </a:r>
            <a:r>
              <a:rPr lang="en-US" sz="2700" b="1" dirty="0">
                <a:solidFill>
                  <a:srgbClr val="FFFFFF"/>
                </a:solidFill>
                <a:latin typeface="Cambria"/>
              </a:rPr>
              <a:t>Protocol</a:t>
            </a:r>
            <a:endParaRPr sz="27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7B9F4-4F8C-993E-1AAA-F74012691A59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ARP</a:t>
            </a:r>
          </a:p>
        </p:txBody>
      </p:sp>
      <p:pic>
        <p:nvPicPr>
          <p:cNvPr id="3074" name="Picture 2" descr="ARP (Address Resolution Protocol) explained">
            <a:extLst>
              <a:ext uri="{FF2B5EF4-FFF2-40B4-BE49-F238E27FC236}">
                <a16:creationId xmlns:a16="http://schemas.microsoft.com/office/drawing/2014/main" id="{38BFEE45-340A-7E05-62E1-3A40550AF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17" y="2027186"/>
            <a:ext cx="4048593" cy="386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🔍 Understanding ARP (Address Resolution Protocol) How devices find each  other inside your network Ever wondered how a device sends data when it  only knows the IP address but not the MAC">
            <a:extLst>
              <a:ext uri="{FF2B5EF4-FFF2-40B4-BE49-F238E27FC236}">
                <a16:creationId xmlns:a16="http://schemas.microsoft.com/office/drawing/2014/main" id="{FF78B786-9924-B2C0-FC2C-FAA2BF35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95555"/>
            <a:ext cx="4748134" cy="589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345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ARP: A Security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ARP has no authentication — a host will accept an unsolicited ARP reply and update its cache.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ARP spoofing / poisoning: an attacker sends forged ARP replies to associate their own MAC with a victim's IP, enabling man-in-the-middle attacks.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We'll cover detection and mitigation (e.g. dynamic ARP inspection) under Layer 2 attacks in Weeks 4–5.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TCP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Reliable, connection-oriented transport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TCP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Connection-oriented: a session is established before data flows (three-way handshake).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Reliable: lost segments are detected (via sequence numbers/ACKs) and retransmitted.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Ordered: segments are reassembled in the correct order at the destination.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Used where correctness matters more than speed: web (HTTP), email, file transfer.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2700" b="1" i="0" dirty="0">
                <a:solidFill>
                  <a:srgbClr val="FFFFFF"/>
                </a:solidFill>
                <a:latin typeface="Cambria"/>
              </a:rPr>
              <a:t>TCP Communication</a:t>
            </a:r>
            <a:endParaRPr sz="27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This handshake establishes sequence numbers both sides will use to track delivery.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Security relevance: SYN flood attacks abuse this by sending many SYNs and never completing the handshake, exhausting server resources.</a:t>
            </a:r>
          </a:p>
        </p:txBody>
      </p:sp>
      <p:sp>
        <p:nvSpPr>
          <p:cNvPr id="13" name="AutoShape 2" descr="TCP 3-way Handshake Process - Networkwalks Academy">
            <a:extLst>
              <a:ext uri="{FF2B5EF4-FFF2-40B4-BE49-F238E27FC236}">
                <a16:creationId xmlns:a16="http://schemas.microsoft.com/office/drawing/2014/main" id="{9602C221-4004-F26A-EE2F-B6EB55F4EE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8" name="Picture 4" descr="TCP 3 way handshake process">
            <a:extLst>
              <a:ext uri="{FF2B5EF4-FFF2-40B4-BE49-F238E27FC236}">
                <a16:creationId xmlns:a16="http://schemas.microsoft.com/office/drawing/2014/main" id="{AB920B47-9CD9-E85B-1AA8-8CCB82050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1323"/>
            <a:ext cx="12192000" cy="4343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TCP Header — Key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TCP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Source / Destination 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Identify the sending and receiving application (socket)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Sequence / Acknowledgment Number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Track byte ordering and confirm receipt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Flags (SYN, ACK, FIN, RST)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Control connection setup, teardown, and reset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Window Size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Flow control — how much data the receiver can accept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Ports &amp; Sockets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 port (0–65535) identifies a specific application/service on a host.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Well-known ports (0– 1023): HTTP=80, HTTPS=443, SSH=22, DNS=53.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 socket = IP address + port — uniquely identifies one end of a connection.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Firewalls commonly filter traffic by port — a preview of Week 7.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UDP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Fast, connectionless transport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UDP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UDP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Connectionless: no handshake, no session state — just send.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No reliability guarantees: no retransmission, no ordering, no flow control.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Lower overhead than TCP — used where speed matters more than perfection: DNS, DHCP, VoIP, video streaming.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That same lack of state makes UDP an easy vector for spoofing and amplification attacks.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UDP Header — Much Simpler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UDP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Source / Destination 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Identify sending and receiving application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Size of header + data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Checksum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Basic error detection (optional in IPv4)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A7BA0-2D04-F7F3-BF03-C481BF00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96ED-A024-39F3-35EE-A0CCDA01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 dirty="0">
                <a:solidFill>
                  <a:srgbClr val="FFFFFF"/>
                </a:solidFill>
                <a:latin typeface="Cambria"/>
              </a:rPr>
              <a:t>UDP </a:t>
            </a:r>
            <a:r>
              <a:rPr lang="en-US" sz="2700" b="1" i="0" dirty="0">
                <a:solidFill>
                  <a:srgbClr val="FFFFFF"/>
                </a:solidFill>
                <a:latin typeface="Cambria"/>
              </a:rPr>
              <a:t>vs TCP </a:t>
            </a:r>
            <a:r>
              <a:rPr sz="2700" b="1" i="0" dirty="0">
                <a:solidFill>
                  <a:srgbClr val="FFFFFF"/>
                </a:solidFill>
                <a:latin typeface="Cambria"/>
              </a:rPr>
              <a:t>Heade</a:t>
            </a:r>
            <a:r>
              <a:rPr lang="en-US" sz="2700" b="1" i="0" dirty="0">
                <a:solidFill>
                  <a:srgbClr val="FFFFFF"/>
                </a:solidFill>
                <a:latin typeface="Cambria"/>
              </a:rPr>
              <a:t>r</a:t>
            </a:r>
            <a:endParaRPr sz="27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2AAEE-3573-AC0C-B1F7-B2D21CACE3AA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UDP</a:t>
            </a:r>
          </a:p>
        </p:txBody>
      </p:sp>
      <p:pic>
        <p:nvPicPr>
          <p:cNvPr id="4098" name="Picture 2" descr="TCP vs. UDP Headers: A Detailed Comparison">
            <a:extLst>
              <a:ext uri="{FF2B5EF4-FFF2-40B4-BE49-F238E27FC236}">
                <a16:creationId xmlns:a16="http://schemas.microsoft.com/office/drawing/2014/main" id="{8A3D3F12-6EF2-9A71-B2DB-796A88FE0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238" y="1721303"/>
            <a:ext cx="7859843" cy="442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290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TCP vs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UDP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UDP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Connection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Connection-oriented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Connectionless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Guaranteed delivery, ordered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Best-effort, no guarantees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Slower (handshake, ACKs)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Faster, minimal overhead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Web, email, file transfer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DNS, DHCP, VoIP, streaming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CD33-1CEA-2CFE-F4C4-2999A890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C4BE-A5CE-BE3F-1364-4C933579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TCP vs UDP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8389C-C92E-103E-AEBD-4BD30606DE8F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UDP</a:t>
            </a:r>
          </a:p>
        </p:txBody>
      </p:sp>
      <p:pic>
        <p:nvPicPr>
          <p:cNvPr id="5122" name="Picture 2" descr="tcp-vs-udp-comparison-ipcisco.com">
            <a:extLst>
              <a:ext uri="{FF2B5EF4-FFF2-40B4-BE49-F238E27FC236}">
                <a16:creationId xmlns:a16="http://schemas.microsoft.com/office/drawing/2014/main" id="{FBD06C41-26EF-1ECC-C527-1C258A18A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40" y="320040"/>
            <a:ext cx="617220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789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HTTP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The protocol behind the web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HTTP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Request/response protocol: a client sends a request, the server sends a response.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Common methods: GET (retrieve), POST (submit data), PUT (update), DELETE (remove).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Runs over TCP, traditionally on port 80.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Stateless by design — each request is independent (cookies/sessions add state on top).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DF38-C67A-4F00-0A07-3802E340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2EE7-F054-7B3A-0B6B-3CF042A5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 dirty="0">
                <a:solidFill>
                  <a:srgbClr val="FFFFFF"/>
                </a:solidFill>
                <a:latin typeface="Cambria"/>
              </a:rPr>
              <a:t>HTTP </a:t>
            </a:r>
            <a:r>
              <a:rPr lang="en-US" sz="2700" b="1" dirty="0">
                <a:solidFill>
                  <a:srgbClr val="FFFFFF"/>
                </a:solidFill>
                <a:latin typeface="Cambria"/>
              </a:rPr>
              <a:t>Protocol</a:t>
            </a:r>
            <a:endParaRPr sz="27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07981-5CBC-3DCB-4B35-D73F44B09E9A}"/>
              </a:ext>
            </a:extLst>
          </p:cNvPr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HTTP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7D50A66-D3D6-63C1-A4DC-28347C95F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183" y="1128750"/>
            <a:ext cx="4718699" cy="536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782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HTTP vs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HTTP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7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443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Encryption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None — plaintext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TLS/SSL encrypted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Data exposed to eavesdroppers?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No (in transit)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HTTP: A Security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Plaintext HTTP exposes credentials, cookies, and content to anyone who can see the traffic — relevant to Layer 3/4 attacks like sniffing.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HTTPS (TLS) provides confidentiality and integrity, but the certificate trust model itself can be attacked (covered under Digital Certificates, Week 12).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Common headers and misconfigurations here become relevant again when we reach cryptography and PKI.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Layered architecture (OSI/TCP-IP) gives us a shared vocabulary for where an attack or defense operates.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Switching and routing move frames/packets — and every hop is a place security policy can be enforced.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Ethernet, IP, DHCP, and ARP move data at Layers 1–3 — mostly without built-in authentication, which is why they're common attack targets.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TCP and UDP shape how attacks like SYN floods and spoofing work at Layer 4.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HTTP/HTTPS shows why encryption matters at the application layer.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This Week's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Part A — Incident case studies: analyse real, recent network security breaches and answer scenario questions about vulnerability, impact, and mitigation.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Part B — Job market scan: review local and international entry-level cybersecurity job ads and tally how many require networking/network security skills.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See the Week 1 Lab Guide for full instructions.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Kaufman, Perlman, Speciner &amp; Perlner, Network Security: Private Communication in a Public World, 3rd Ed., Prentice Hall.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Santos &amp; Stuppi, CCNA Security 210-260 Official Cert Guide, 1st Ed., Cisco Press.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Cisco Networking Academy — Introduction to Networks curriculum.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2376</Words>
  <Application>Microsoft Office PowerPoint</Application>
  <PresentationFormat>Widescreen</PresentationFormat>
  <Paragraphs>371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What We're Refreshing</vt:lpstr>
      <vt:lpstr>How This Fits the Module</vt:lpstr>
      <vt:lpstr>Layered Architecture</vt:lpstr>
      <vt:lpstr>Why Layered Architecture?</vt:lpstr>
      <vt:lpstr>The OSI 7-Layer Model</vt:lpstr>
      <vt:lpstr>OSI vs TCP/IP Model</vt:lpstr>
      <vt:lpstr>Encapsulation &amp; Decapsulation</vt:lpstr>
      <vt:lpstr>Switching Revision</vt:lpstr>
      <vt:lpstr>What Switches Do</vt:lpstr>
      <vt:lpstr>Domains &amp; VLANs</vt:lpstr>
      <vt:lpstr>Common Switching Issues</vt:lpstr>
      <vt:lpstr>Routing Revision</vt:lpstr>
      <vt:lpstr>What Routers Do</vt:lpstr>
      <vt:lpstr>Static vs Dynamic Routing</vt:lpstr>
      <vt:lpstr>Routing Protocols — Quick Overview</vt:lpstr>
      <vt:lpstr>Ethernet</vt:lpstr>
      <vt:lpstr>The Ethernet Frame</vt:lpstr>
      <vt:lpstr>MAC Addressing</vt:lpstr>
      <vt:lpstr>Ethernet Standards &amp; Speeds</vt:lpstr>
      <vt:lpstr>IP</vt:lpstr>
      <vt:lpstr>IPv4 Addressing</vt:lpstr>
      <vt:lpstr>Subnetting Basics</vt:lpstr>
      <vt:lpstr>IPv4 vs IPv6</vt:lpstr>
      <vt:lpstr>IPv4 vs IPv6 Header</vt:lpstr>
      <vt:lpstr>IP Header — Key Fields</vt:lpstr>
      <vt:lpstr>DHCP</vt:lpstr>
      <vt:lpstr>DHCP: DORA Process</vt:lpstr>
      <vt:lpstr>DHCP: DORA Process</vt:lpstr>
      <vt:lpstr>DHCP Details</vt:lpstr>
      <vt:lpstr>DHCP: A Security Preview</vt:lpstr>
      <vt:lpstr>ARP</vt:lpstr>
      <vt:lpstr>How ARP Works</vt:lpstr>
      <vt:lpstr>ARP Cache — Example</vt:lpstr>
      <vt:lpstr>ARP Protocol</vt:lpstr>
      <vt:lpstr>ARP: A Security Preview</vt:lpstr>
      <vt:lpstr>TCP</vt:lpstr>
      <vt:lpstr>TCP Characteristics</vt:lpstr>
      <vt:lpstr>TCP Communication</vt:lpstr>
      <vt:lpstr>TCP Header — Key Fields</vt:lpstr>
      <vt:lpstr>Ports &amp; Sockets</vt:lpstr>
      <vt:lpstr>UDP</vt:lpstr>
      <vt:lpstr>UDP Characteristics</vt:lpstr>
      <vt:lpstr>UDP Header — Much Simpler</vt:lpstr>
      <vt:lpstr>UDP vs TCP Header</vt:lpstr>
      <vt:lpstr>TCP vs UDP</vt:lpstr>
      <vt:lpstr>TCP vs UDP</vt:lpstr>
      <vt:lpstr>HTTP</vt:lpstr>
      <vt:lpstr>HTTP Basics</vt:lpstr>
      <vt:lpstr>HTTP Protocol</vt:lpstr>
      <vt:lpstr>HTTP vs HTTPS</vt:lpstr>
      <vt:lpstr>HTTP: A Security Preview</vt:lpstr>
      <vt:lpstr>Summary</vt:lpstr>
      <vt:lpstr>This Week's Lab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Chathurangika Kahandawaarachchi</dc:creator>
  <cp:lastModifiedBy>Harinda Fernando</cp:lastModifiedBy>
  <cp:revision>201</cp:revision>
  <dcterms:created xsi:type="dcterms:W3CDTF">2026-02-25T14:32:17Z</dcterms:created>
  <dcterms:modified xsi:type="dcterms:W3CDTF">2026-07-28T08:55:16Z</dcterms:modified>
</cp:coreProperties>
</file>